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97316"/>
                </a:solidFill>
              </a:rPr>
              <a:t>PROPOSAL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530352" y="1325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</a:rPr>
              <a:t>PM-Agent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Báo cáo đề xuất triển khai công cụ chuyển yêu cầu thô thành work item sẵn sàng cho sprint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Nội dung được tổng hợp từ codebase hiện tại, test/build logs và benchmark artifacts trong repo. Deck không giả định stack hoặc feature ngoài hệ thống.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92240" y="640080"/>
            <a:ext cx="4663440" cy="530352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024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135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12280" y="1527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6666"/>
                </a:solidFill>
              </a:rPr>
              <a:t>mẫu LLM-as-a-judge trong benchmark v2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9052560" y="1024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</a:rPr>
              <a:t>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052560" y="1527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6666"/>
                </a:solidFill>
              </a:rPr>
              <a:t>mẫu benchmark phân loại JSON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681228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90%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12280" y="28346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6666"/>
                </a:solidFill>
              </a:rPr>
              <a:t>RAG hit-rate@k trên bộ kiểm thử nội bộ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905256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MVP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52560" y="2834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6666"/>
                </a:solidFill>
              </a:rPr>
              <a:t>đã có UI, API, worker, RAG và actions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812280" y="3977640"/>
            <a:ext cx="402336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397764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41056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Thông điệp chính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76872" y="4407408"/>
            <a:ext cx="37490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PM-Agent đã có nền tảng MVP tương đối đầy đủ, phù hợp pilot có kiểm soát; chưa nên định vị production-ready trước khi xử lý test/lint, cấu hình và hardening.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Đề xuất này bám vào những gì đang có trong hệ thống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Phạm vi đọc: backend, frontend, worker, RAG, actions, evaluation, tests và báo cáo benchmark.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47472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36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Runtime backend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" y="1938528"/>
            <a:ext cx="3200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FastAPI, Celery worker, Redis, MongoDB, LangGraph pipeline, LangChain/Ollama adapter, Qdrant retrieval.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47472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08760"/>
            <a:ext cx="64008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636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Frontend MVP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07992" y="1938528"/>
            <a:ext cx="3200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React 19, Vite, Tailwind, i18next; các màn hình nhập yêu cầu, status, story editor, dashboard, sprint board, settings.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42900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508760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63677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Integration 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57032" y="1938528"/>
            <a:ext cx="3154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Jira preview/execute, Slack preview/execute, GitHub branch creation sau khi Jira tạo issue thành công.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594360" y="3035808"/>
            <a:ext cx="347472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035808"/>
            <a:ext cx="64008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163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Benchmark artifacts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" y="3465576"/>
            <a:ext cx="3200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LLM judge 135 case, classification report 20 case, RAG quality report 20 query, e2e planner/pipeline report.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343400" y="3035808"/>
            <a:ext cx="347472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035808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3163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Validation thực tế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07992" y="3465576"/>
            <a:ext cx="3200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Backend compile pass; frontend production build pass; pytest/lint đang fail và cần nằm trong roadmap.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8092440" y="3035808"/>
            <a:ext cx="342900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3035808"/>
            <a:ext cx="6400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316382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Điểm cần thống nhất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57032" y="3465576"/>
            <a:ext cx="3154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Tài liệu ban đầu nhắc CrewAI/Chroma/Streamlit; code hiện tại triển khai LangGraph/Qdrant/React.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777240" y="49560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• Không đưa vào proposal các năng lực chưa thấy trong code.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524865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• Các con số benchmark lấy từ file JSON/TXT trong repo, không làm tròn theo hướng phô trương.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5412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• Rủi ro được trình bày như điều kiện rollout, không che trong phụ lục.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Bài toán sản phẩm là giảm ma sát trước sprint planning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Tool tập trung chuẩn hóa đầu vào backlog, không thay thế vai trò PM/PO/Scrum Master.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10835640" cy="914400"/>
          </a:xfrm>
          <a:prstGeom prst="rect">
            <a:avLst/>
          </a:prstGeom>
          <a:solidFill>
            <a:srgbClr val="F3F4F6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Stakeholder request → Router → Researcher/RAG → Planner → Quality Gate → Evaluator → Human review → Jira/Slack/GitHub 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329184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788920"/>
            <a:ext cx="64008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9169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Vấn đề hiện tại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" y="3218688"/>
            <a:ext cx="3017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Yêu cầu đầu vào thường thiếu rõ ràng, thiếu acceptance criteria, khó estimate và mất thời gian refinement.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434840" y="2788920"/>
            <a:ext cx="329184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78892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9169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Cách tool xử lý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99432" y="3218688"/>
            <a:ext cx="3017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Tự động tạo draft story, AC, DoD, story points, BE/FE/QA tasks và đánh dấu cần clarification/split khi chưa đủ điều kiện.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8183880" y="2788920"/>
            <a:ext cx="329184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78892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29169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Kiểm soát an toàn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48472" y="3218688"/>
            <a:ext cx="30175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Evaluator và finalizer chặn downstream actions nếu story chưa READY hoặc evaluation không APPROVED.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868680" y="47731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• Đề xuất phù hợp nhất cho pilot backlog refinement hoặc squad nội bộ.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508406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• Human approval vẫn là bước bắt buộc trước khi tạo Jira thật.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53949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• Các assumption/warning cần được giữ nguyên trong output để reviewer nhìn thấy rủi ro.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Kiến trúc hiện tại là local-first, async và có lớp kiểm soát 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Các thành phần được xác nhận trong code và docker-compose.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920240"/>
            <a:ext cx="1325880" cy="685800"/>
          </a:xfrm>
          <a:prstGeom prst="rect">
            <a:avLst/>
          </a:prstGeom>
          <a:solidFill>
            <a:srgbClr val="F3F4F6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17627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React UI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47672" y="2267712"/>
            <a:ext cx="566928" cy="0"/>
          </a:xfrm>
          <a:prstGeom prst="line">
            <a:avLst/>
          </a:prstGeom>
          <a:noFill/>
          <a:ln w="12700">
            <a:solidFill>
              <a:srgbClr val="C8CDD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920240"/>
            <a:ext cx="13258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217627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FastAPI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67912" y="2267712"/>
            <a:ext cx="566928" cy="0"/>
          </a:xfrm>
          <a:prstGeom prst="line">
            <a:avLst/>
          </a:prstGeom>
          <a:noFill/>
          <a:ln w="12700">
            <a:solidFill>
              <a:srgbClr val="C8CDD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34840" y="1920240"/>
            <a:ext cx="1325880" cy="685800"/>
          </a:xfrm>
          <a:prstGeom prst="rect">
            <a:avLst/>
          </a:prstGeom>
          <a:solidFill>
            <a:srgbClr val="F3F4F6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17627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Celery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788152" y="2267712"/>
            <a:ext cx="566928" cy="0"/>
          </a:xfrm>
          <a:prstGeom prst="line">
            <a:avLst/>
          </a:prstGeom>
          <a:noFill/>
          <a:ln w="12700">
            <a:solidFill>
              <a:srgbClr val="C8CDD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55080" y="1920240"/>
            <a:ext cx="13258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17627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LangGraph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08392" y="2267712"/>
            <a:ext cx="566928" cy="0"/>
          </a:xfrm>
          <a:prstGeom prst="line">
            <a:avLst/>
          </a:prstGeom>
          <a:noFill/>
          <a:ln w="12700">
            <a:solidFill>
              <a:srgbClr val="C8CDD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75320" y="1920240"/>
            <a:ext cx="1325880" cy="685800"/>
          </a:xfrm>
          <a:prstGeom prst="rect">
            <a:avLst/>
          </a:prstGeom>
          <a:solidFill>
            <a:srgbClr val="F3F4F6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217627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Qdrant/RAG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28632" y="2267712"/>
            <a:ext cx="566928" cy="0"/>
          </a:xfrm>
          <a:prstGeom prst="line">
            <a:avLst/>
          </a:prstGeom>
          <a:noFill/>
          <a:ln w="12700">
            <a:solidFill>
              <a:srgbClr val="C8CDD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95560" y="1920240"/>
            <a:ext cx="132588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68712" y="217627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</a:rPr>
              <a:t>Actions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3337560"/>
            <a:ext cx="329184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337560"/>
            <a:ext cx="64008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34655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State &amp; config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" y="3767328"/>
            <a:ext cx="3017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MongoDB lưu project config, history, job records; Redis làm broker/result backend cho Celery.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434840" y="3337560"/>
            <a:ext cx="329184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333756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34655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LLM runtime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99432" y="3767328"/>
            <a:ext cx="3017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Ollama local qua LangChain ChatOllama; model/config lấy từ env, có timeout/context/temperature.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8183880" y="3337560"/>
            <a:ext cx="329184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3337560"/>
            <a:ext cx="64008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34655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Document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48472" y="3767328"/>
            <a:ext cx="3017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Upload PDF/DOCX/TXT/MD, parse/chunk, embed bằng Ollama embedding model, upsert vào Qdrant.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685800" y="4983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Stack thực tế trong code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" y="532180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• Python 3.11+, FastAPI, Pydantic, Uvicorn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8680" y="555040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• LangGraph, LangChain, langchain-ollama, langchain-qdrant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8680" y="577900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• Qdrant, MongoDB, Redis, Celery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8680" y="600760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• React 19, Vite 8, Tailwind CSS, i18next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68680" y="623620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• Jira REST API, Slack webhook/API, GitHub API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MVP đã bao phủ năm nhóm chức năng chính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Nhóm chức năng khớp với UI/component trong code và báo cáo MVP do bạn cung cấp.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24612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1. Tiếp nhận &amp; phân tích yêu cầu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4708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Nhập text, upload tài liệu, chọn project, phân loại story/domain/complexity/team qua router/analyzer.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24612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64008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5453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2. AI planning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53712" y="184708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Sinh story, AC, story points, tasks BE/FE/QA, DoD, assumptions, warning và split/clarification decision.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24612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64008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5453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3. Human approval &amp; sync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57032" y="1847088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Preview/execute Jira, Slack; execute-all tạo Jira trước, rồi Slack/GitHub branch khi đủ điều kiện.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85800" y="2990088"/>
            <a:ext cx="324612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990088"/>
            <a:ext cx="64008" cy="1170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11810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4. Quản lý vận hành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3419856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Dashboard, analytics, team panel, sprint board, history; hỗ trợ theo dõi trạng thái issue/sprint.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389120" y="2990088"/>
            <a:ext cx="3246120" cy="117043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990088"/>
            <a:ext cx="64008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311810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5. Lịch sử &amp; cấu hình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53712" y="3419856"/>
            <a:ext cx="29718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Project selection, Jira/Slack/GitHub config, history list, settings theo từng project.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8092440" y="4526280"/>
            <a:ext cx="3383280" cy="1143000"/>
          </a:xfrm>
          <a:prstGeom prst="rect">
            <a:avLst/>
          </a:prstGeom>
          <a:solidFill>
            <a:srgbClr val="FFF7ED"/>
          </a:solidFill>
          <a:ln w="762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468172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Điểm quan trọng cho proposal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8275320" y="4983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Nên nói đây là MVP có luồng end-to-end và các màn hình quản trị cơ bản, chưa nên mô tả như platform enterprise hoàn chỉnh.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RAG giúp story bám vào tài liệu nội bộ thay vì suy đoán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Luồng ingest/retrieval đang dùng Qdrant, không phải ChromaDB trong code hiện tại.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33756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Ingest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47088"/>
            <a:ext cx="30632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API nhận raw docs hoặc upload file; Celery parse/chunk async; metadata có source, hash, chunk index, project_id khi truyền vào.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407408" y="1417320"/>
            <a:ext cx="333756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417320"/>
            <a:ext cx="6400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847088"/>
            <a:ext cx="30632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Researcher gọi search_context; có threshold, top-k, selected/ignored sources, confidence và warning khi context yếu.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337560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64008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Hybrid ranking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02752" y="1847088"/>
            <a:ext cx="30632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RAG module có vector search, lexical candidate merge và rerank hybrid để tăng khả năng bắt đúng keyword/domain.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0.90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395935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6666"/>
                </a:solidFill>
              </a:rPr>
              <a:t>hit-rate@k, recall@k, MRR, NDCG trong rag_quality_report.json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3977640" y="3456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0.4167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77640" y="395935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6666"/>
                </a:solidFill>
              </a:rPr>
              <a:t>precision@k: có context đúng nhưng vẫn còn nhiễu cần lọc tốt hơn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6949440" y="3456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</a:rPr>
              <a:t>0.60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49440" y="395935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6666"/>
                </a:solidFill>
              </a:rPr>
              <a:t>recall sprint_policy: yếu hơn auth/checkout/notification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9921240" y="3456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20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21240" y="3959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66666"/>
                </a:solidFill>
              </a:rPr>
              <a:t>query kiểm thử RAG nội bộ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868680" y="5440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Khuyến nghị kỹ thuật: ưu tiên cải thiện retrieval cho scrum/sprint policy trước pilot rộng.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68680" y="571500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Nên hiển thị confidence/warnings trong UI để PM biết khi nào cần review kỹ.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Planner và Evaluator đã có hợp đồng output rõ ràng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Điểm mạnh là output machine-readable và action gate có rule deterministic.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16636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Planner contract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47088"/>
            <a:ext cx="489204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Trả JSON gồm title, story_type, Jira issue type, labels, user_story, AC, Fibonacci points, tasks, DoD, status, split/allocation, context_sources.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355080" y="1417320"/>
            <a:ext cx="512064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417320"/>
            <a:ext cx="64008" cy="1298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54533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Evaluator contract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19672" y="1847088"/>
            <a:ext cx="484632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Chỉ trả APPROVED hoặc REVISION, kèm issues, revision instructions và warnings; rule checks có thể override LLM approval.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777240" y="3246120"/>
            <a:ext cx="10561320" cy="1051560"/>
          </a:xfrm>
          <a:prstGeom prst="rect">
            <a:avLst/>
          </a:prstGeom>
          <a:solidFill>
            <a:srgbClr val="F3F4F6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39312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1A1A"/>
                </a:solidFill>
              </a:rPr>
              <a:t>READY story cần đủ: As a / I want / so that • ≥3 Given/When/Then AC • BE/FE/QA tasks • ≥4 DoD checks • Fibonacci SP • context traceability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85800" y="4800600"/>
            <a:ext cx="333756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800600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9286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Ambiguous request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" y="5230368"/>
            <a:ext cx="30632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Không ép tạo story; trả NEEDS_CLARIFICATION và ít nhất 3 câu hỏi.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4407408" y="4800600"/>
            <a:ext cx="333756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7408" y="4800600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9286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Oversized request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5230368"/>
            <a:ext cx="30632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Trả NEEDS_SPLIT/SPLIT_RECOMMENDED và story_splits/sprint_allocation.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138160" y="4800600"/>
            <a:ext cx="333756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4800600"/>
            <a:ext cx="6400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02752" y="49286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Jira safety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02752" y="5230368"/>
            <a:ext cx="30632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Finalizer/actions_are_ready chặn Jira/Slack khi chưa approved.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Integration được thiết kế theo hướng preview trước, execute sau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Điểm này phù hợp governance doanh nghiệp vì action không chạy ngay từ output AI.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48920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Jira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47088"/>
            <a:ext cx="4617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Build payload, create story/subtasks, retry 401/transient, complete sprint/move open issues.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48920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17320"/>
            <a:ext cx="64008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5453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Slack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28232" y="1847088"/>
            <a:ext cx="4617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Build message, webhook execute, retry transient failure, mention/channel config.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48920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834640"/>
            <a:ext cx="64008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96265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GitHub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" y="3264408"/>
            <a:ext cx="4617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Tạo feature/bugfix branch sau khi Jira tạo issue thành công trong execute-all.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263640" y="2834640"/>
            <a:ext cx="48920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834640"/>
            <a:ext cx="64008" cy="9875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96265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Project config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28232" y="3264408"/>
            <a:ext cx="4617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Jira/Slack/GitHub config lưu theo project qua MongoDB và có panel UI.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685800" y="4709160"/>
            <a:ext cx="10744200" cy="685800"/>
          </a:xfrm>
          <a:prstGeom prst="rect">
            <a:avLst/>
          </a:prstGeom>
          <a:solidFill>
            <a:srgbClr val="FEF2F2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56048"/>
            <a:ext cx="10287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</a:rPr>
              <a:t>Governance recommendation: giữ “human approval” là policy bắt buộc trong pilot. Code đã có preview/execute và block warning, nhưng quyền duyệt cuối nên thuộc PM/PO.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UI hiện tại đủ cho demo vận hành, không chỉ là API backend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Frontend đã build production thành công, có nhiều màn hình PM-facing.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33756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Requirement workspace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47088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Nhập yêu cầu, upload docs, theo dõi status, xem debug JSON và output draft.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407408" y="1417320"/>
            <a:ext cx="333756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417320"/>
            <a:ext cx="6400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Story editor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847088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Edit story draft, clarification flow, split manager, preview/execute actions.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33756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Operations views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02752" y="1847088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Dashboard, analytics, team panel, history, sprint board có drag/drop status và complete sprint modal.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85800" y="2926080"/>
            <a:ext cx="333756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926080"/>
            <a:ext cx="6400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0540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Multi-language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3355848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i18next với locale en/vi; phù hợp demo cho user nội bộ Việt/Anh.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407408" y="2926080"/>
            <a:ext cx="333756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7408" y="292608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0540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Project-level settings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355848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Jira, Slack, GitHub config panels theo project; có project dropdown và API client riêng.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8138160" y="2926080"/>
            <a:ext cx="333756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2926080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30540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Điểm cần polish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02752" y="3355848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Lint hiện fail do unused imports, hook rules, process globals; nên xử lý trước demo chính thức.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68680" y="48463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Đề xuất demo nên tập trung 5 flow: clear request, ambiguous request, oversized request, ingest/RAG, approved Jira/Slack preview.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68680" y="51206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Không nên demo như automation “bấm một phát là tạo Jira hàng loạt”; nên nhấn mạnh reviewer kiểm soát.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Benchmark cho thấy MVP đã hữu dụng nhưng còn khoảng cách chất lượng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Các số dưới đây lấy từ artifacts trong repo, dùng để đề xuất pilot có kiểm soát.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2563EB"/>
                </a:solidFill>
              </a:rPr>
              <a:t>LLM-AS-A-JUDGE TRÊN 135 CASE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7099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</a:rPr>
              <a:t>Domain &amp; Type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697480" y="1737360"/>
            <a:ext cx="2743200" cy="146304"/>
          </a:xfrm>
          <a:prstGeom prst="rect">
            <a:avLst/>
          </a:prstGeom>
          <a:solidFill>
            <a:srgbClr val="E5E7E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1737360"/>
            <a:ext cx="1530706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7099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2.79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</a:rPr>
              <a:t>Feature Recognition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2697480" y="2084832"/>
            <a:ext cx="2743200" cy="146304"/>
          </a:xfrm>
          <a:prstGeom prst="rect">
            <a:avLst/>
          </a:prstGeom>
          <a:solidFill>
            <a:srgbClr val="E5E7E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2084832"/>
            <a:ext cx="1426464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0574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2.6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" y="24048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</a:rPr>
              <a:t>Requirement Classification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2697480" y="2432304"/>
            <a:ext cx="2743200" cy="146304"/>
          </a:xfrm>
          <a:prstGeom prst="rect">
            <a:avLst/>
          </a:prstGeom>
          <a:solidFill>
            <a:srgbClr val="E5E7E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2432304"/>
            <a:ext cx="1420978" cy="1463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4048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2.59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85800" y="275234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A1A1A"/>
                </a:solidFill>
              </a:rPr>
              <a:t>Task Scope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697480" y="2779776"/>
            <a:ext cx="2743200" cy="146304"/>
          </a:xfrm>
          <a:prstGeom prst="rect">
            <a:avLst/>
          </a:prstGeom>
          <a:solidFill>
            <a:srgbClr val="E5E7EB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2779776"/>
            <a:ext cx="1223467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7523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2.23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035040" y="1353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97316"/>
                </a:solidFill>
              </a:rPr>
              <a:t>CLASSIFICATION BENCHMARK JSON</a:t>
            </a:r>
            <a:endParaRPr lang="en-US" sz="68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64208"/>
          <a:ext cx="4983480" cy="1645920"/>
        </p:xfrm>
        <a:graphic>
          <a:graphicData uri="http://schemas.openxmlformats.org/drawingml/2006/table">
            <a:tbl>
              <a:tblPr/>
              <a:tblGrid>
                <a:gridCol w="1661160"/>
                <a:gridCol w="1661160"/>
                <a:gridCol w="1661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General 20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VSCode 20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Type accuracy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95%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Domain accuracy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50%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80%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Complexity accuracy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85%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90%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Team accuracy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60%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</a:rPr>
                        <a:t>70%</a:t>
                      </a:r>
                      <a:endParaRPr lang="en-US" sz="8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85800" y="4160520"/>
            <a:ext cx="48920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4160520"/>
            <a:ext cx="64008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0392" y="428853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Ý nghĩa PM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50392" y="4590288"/>
            <a:ext cx="4617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Agent đọc được loại việc và domain ở mức có thể dùng cho draft/review; chưa đủ để tự động ra quyết định backlog hoặc tạo Jira không kiểm soát.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6035040" y="4160520"/>
            <a:ext cx="498348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35040" y="4160520"/>
            <a:ext cx="6400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99632" y="428853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Ý nghĩa kỹ thuật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199632" y="4590288"/>
            <a:ext cx="4709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Bottleneck chính nằm ở retrieval/context và task scope; cải thiện hybrid search, architecture map và benchmark suite sẽ tác động trực tiếp đến chất lượng.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Trạng thái kỹ thuật hiện tại nên được báo cáo thẳng thắn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MVP có thể demo/pilot, nhưng chưa nên gọi là production-ready.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33756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Backend compile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47088"/>
            <a:ext cx="3063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python -m compileall -q src: PASS.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407408" y="1417320"/>
            <a:ext cx="333756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41732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Frontend build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847088"/>
            <a:ext cx="3063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npm run build: PASS; bundle JS khoảng 423.88 kB, CSS khoảng 61.97 kB theo log Vite.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33756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6400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Pytest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02752" y="1847088"/>
            <a:ext cx="3063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pytest -q: FAIL ở collection do tests còn import module path cũ như core.quality, core.agent_schemas, scripts.rag_quality.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85800" y="2971800"/>
            <a:ext cx="333756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971800"/>
            <a:ext cx="6400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0998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Frontend lint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3401568"/>
            <a:ext cx="3063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npm run lint: FAIL 27 errors/1 warning: unused imports/state, hook lint, process globals, SprintBoard loadBoard ordering.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407408" y="2971800"/>
            <a:ext cx="333756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7408" y="297180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0998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Config drift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401568"/>
            <a:ext cx="3063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src .env.example còn biến CHROMA_* trong khi runtime settings và compose dùng Qdrant.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8138160" y="2971800"/>
            <a:ext cx="333756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297180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30998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Repo hygiene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02752" y="3401568"/>
            <a:ext cx="3063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Có generated logs/cache/build artifacts và benchmark data lẫn runtime; nên dọn/tách trước khi bàn giao.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685800" y="4983480"/>
            <a:ext cx="10789920" cy="502920"/>
          </a:xfrm>
          <a:prstGeom prst="rect">
            <a:avLst/>
          </a:prstGeom>
          <a:solidFill>
            <a:srgbClr val="F0FDF4"/>
          </a:solidFill>
          <a:ln w="762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148072"/>
            <a:ext cx="10378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Cách nói với đơn vị: “MVP đã hoàn thành luồng chính và có số liệu benchmark ban đầu; đề xuất pilot sau một sprint hardening ngắn để ổn định test, lint, config và security.”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Rủi ro doanh nghiệp nằm ở governance, dữ liệu và độ ổn định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Đây là phần nên có trong proposal để tạo niềm tin, không làm deck yếu đi.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24612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Tạo Jira sai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47088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Chặn bằng evaluator + human approval + preview trước execute.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24612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64008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5453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Context thiếu hoặc lệch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53712" y="1847088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Hiển thị retrieval warnings, confidence, context sources; không cho fabricated certainty.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24612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64008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5453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Secrets/token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57032" y="1847088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Cần redaction, role model, secret storage tốt hơn MongoDB plain config nếu triển khai thật.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85800" y="2926080"/>
            <a:ext cx="324612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926080"/>
            <a:ext cx="64008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05409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Regression sau refactor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3355848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Khôi phục test suite, thêm smoke test Docker và e2e happy path mock LLM.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389120" y="2926080"/>
            <a:ext cx="324612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926080"/>
            <a:ext cx="64008" cy="10241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305409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Project isolation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53712" y="3355848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Đảm bảo metadata project_id trong ingestion/retrieval và kiểm thử phân quyền theo project.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8092440" y="2926080"/>
            <a:ext cx="3246120" cy="1024128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2926080"/>
            <a:ext cx="64008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305409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LLM latency/OOM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57032" y="3355848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Duy trì local Ollama với model/context conservative; đo latency và fallback rõ ràng.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Roadmap đề xuất: hardening ngắn trước pilot, rồi mới rollout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Lộ trình này khớp trạng thái code hiện tại và giảm rủi ro khi gửi lên đơn vị.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2450592" cy="3383280"/>
          </a:xfrm>
          <a:prstGeom prst="rect">
            <a:avLst/>
          </a:prstGeom>
          <a:solidFill>
            <a:srgbClr val="F3F4F6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841248" cy="301752"/>
          </a:xfrm>
          <a:prstGeom prst="roundRect">
            <a:avLst>
              <a:gd name="adj" fmla="val 1515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94767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Phase 0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1 sprint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Ổn định test/lint, sync env Qdrant, dọn repo artifact, chuẩn hóa README/proposal/demo script.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593592" y="1600200"/>
            <a:ext cx="2450592" cy="338328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76472" y="1874520"/>
            <a:ext cx="841248" cy="301752"/>
          </a:xfrm>
          <a:prstGeom prst="roundRect">
            <a:avLst>
              <a:gd name="adj" fmla="val 1515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194767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Phase 1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3776472" y="23957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2–4 tuần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76472" y="283464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Pilot với 1 squad: human approval bắt buộc, Jira sandbox/project test, đo KPI output và feedback PM/Dev/QA.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409944" y="1600200"/>
            <a:ext cx="2450592" cy="3383280"/>
          </a:xfrm>
          <a:prstGeom prst="rect">
            <a:avLst/>
          </a:prstGeom>
          <a:solidFill>
            <a:srgbClr val="F3F4F6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92824" y="1874520"/>
            <a:ext cx="841248" cy="301752"/>
          </a:xfrm>
          <a:prstGeom prst="roundRect">
            <a:avLst>
              <a:gd name="adj" fmla="val 1515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5976" y="194767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Phase 2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592824" y="23957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1–2 tháng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92824" y="283464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Harden security, project isolation, observability, RAG quality, role/permission, CI/CD và dashboard benchmark.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226296" y="1600200"/>
            <a:ext cx="2450592" cy="338328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09176" y="1874520"/>
            <a:ext cx="841248" cy="301752"/>
          </a:xfrm>
          <a:prstGeom prst="roundRect">
            <a:avLst>
              <a:gd name="adj" fmla="val 1515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328" y="194767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Phase 3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9409176" y="23957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Sau pilot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09176" y="2834640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Controlled rollout nhiều team, template theo domain, governance SOP và training material.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68680" y="544068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A1A1A"/>
                </a:solidFill>
              </a:rPr>
              <a:t>• KPI pilot: thời gian tạo story, approved-first-pass, số revision, tỷ lệ story đủ AC/DoD, RAG hit/precision, feedback PM/Dev/QA.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868680" y="568756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A1A1A"/>
                </a:solidFill>
              </a:rPr>
              <a:t>• Exit criteria: test/lint xanh hoặc waiver rõ ràng, Jira sandbox verified, security note được duyệt.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Đề xuất quyết định: phê duyệt pilot có điều kiện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Một đề xuất vừa đủ tham vọng, vừa đúng trạng thái hệ thống.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7620">
            <a:solidFill>
              <a:srgbClr val="C8CD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33756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Xin phê duyệt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1847088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Cho phép chạy pilot PM-Agent với một squad/dự án nhỏ trong môi trường kiểm soát.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407408" y="1417320"/>
            <a:ext cx="333756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7408" y="1417320"/>
            <a:ext cx="6400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Điều kiện trước pilot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847088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Hoàn thành hardening tối thiểu: test import path, lint critical, env Qdrant, secrets handling, demo data.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33756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64008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453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Phạm vi pilot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02752" y="1847088"/>
            <a:ext cx="3063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</a:rPr>
              <a:t>Chạy với Jira sandbox hoặc project test; human approval bắt buộc; không auto-create issue hàng loạt.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097280" y="3337560"/>
            <a:ext cx="9921240" cy="1024128"/>
          </a:xfrm>
          <a:prstGeom prst="rect">
            <a:avLst/>
          </a:prstGeom>
          <a:solidFill>
            <a:srgbClr val="F3F4F6"/>
          </a:solidFill>
          <a:ln w="7620">
            <a:solidFill>
              <a:srgbClr val="C8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5661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Kết luận đề xuất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3502152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</a:rPr>
              <a:t>PM-Agent đã đủ nền tảng để chứng minh giá trị trong pilot: intake, RAG, planning, evaluation, review UI và integrations. Giá trị lớn nhất ở hiện tại là tăng tốc draft/review backlog; rủi ro lớn nhất là chất lượng retrieval và độ ổn định test/lint trước rollout rộng.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234440" y="48920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Deliverables sau pilot: KPI report, feedback log, benchmark update, backlog hardening, rollout recommendation.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34440" y="51846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• Quyết định sau pilot: tiếp tục rollout, giới hạn phạm vi, hoặc dừng để cải thiện RAG/quality.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PM-Agent proposal • codebase-backed assessment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PM-Agent Proposal</dc:title>
  <dc:subject>PM-Agent proposal based on verified codebase evidence</dc:subject>
  <dc:creator>Codex</dc:creator>
  <cp:lastModifiedBy>Codex</cp:lastModifiedBy>
  <cp:revision>1</cp:revision>
  <dcterms:created xsi:type="dcterms:W3CDTF">2026-07-08T17:25:37Z</dcterms:created>
  <dcterms:modified xsi:type="dcterms:W3CDTF">2026-07-08T17:25:37Z</dcterms:modified>
</cp:coreProperties>
</file>